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저장소로 모음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합치기 시험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오류 원인 추적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붙이기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주소 확정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마감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리허설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  ·  목은 계획 — 끝나면 '한 일'로 바꾸기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ctaleez51-art.github.io/sales-analysis/part5/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답변: 사실과 원인 후보를 나눠 말한다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  <p:pic>
        <p:nvPicPr>
          <p:cNvPr id="19" name="Picture 18" descr="slide10_ai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11680"/>
            <a:ext cx="6493621" cy="4206240"/>
          </a:xfrm>
          <a:prstGeom prst="rect">
            <a:avLst/>
          </a:prstGeom>
          <a:ln w="9525">
            <a:solidFill>
              <a:srgbClr val="E1E4EA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627477" y="21031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실제 호출 · 12.2초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9/30 16:58 · 로그인 계정 1회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4번 AI 서버 응답 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7477" y="34747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숫자 = 계산 결과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31.5% · 32.8% · 33.4% · 8개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모두 정답표 값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7477" y="48463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원인은 '후보'로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"인과관계는 확정할 수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없습니다"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7477" y="5897880"/>
            <a:ext cx="3750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4A5568"/>
                </a:solidFill>
                <a:latin typeface="Malgun Gothic"/>
                <a:ea typeface="Malgun Gothic"/>
              </a:rPr>
              <a:t>실제 응답 화면 · part5/REHEARSAL.md 9/30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6B4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✓ 완료 (9/30) — 로그인 상태로 AI 분석 끝까지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· 12.2초 (400 원인: 키 크레딧 0 → 키 교체)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ctaleez51-art.github.io/sales-analysis/part5/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2026-09-29T08:34:16Z</dcterms:created>
  <dcterms:modified xsi:type="dcterms:W3CDTF">2026-09-29T08:34:16Z</dcterms:modified>
</cp:coreProperties>
</file>