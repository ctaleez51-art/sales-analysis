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인사하고 팀 이름과 주제를 한 문장으로. "매출이 왜 떨어졌는지 데이터로 답해 주는 도구입니다." 발표 순서: 문제 → 해결 → 역할·일정 → 시연 → 품질·한계. (약 30초)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대상은 쇼핑몰 운영자(PRD §2). 세 가지 불편을 짧게. 세 번째가 우리 설계의 출발점: "그래서 계산은 코드가, 해석은 AI가 하도록 나눴습니다"로 다음 장에 연결.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팀의 원칙 한 줄(PRD §1, 4번 TEAM_HANDOFF "AI 원칙"). "원인은 확정하지 않고 후보로만 말한다"도 강조.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역할 분담은 과제 필수 항목. 각자 폴더(part2 · part4 · part5)를 따로 두고 PR 로 합쳐 서로 코드를 덮지 않게 했다는 점을 말한다. 담당자별로 이어서 설명할 경우 이 장에서 순서를 알려 준다.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개발 일정은 과제 필수 항목. 화요일 하루에 네 파트가 PR 로 1차 완성한 점을 강조. 수 · 목은 계획(회색 줄) — 끝나면 파란 줄로 바꾸고 실제로 한 일로 고친다. 수: PR #1~#5 병합(순서 #1 · #2 → #3 → #4 → #5), 2번 로그인을 대시보드에 연결, STEP_CHECKLIST Step 1~3 을 합친 뒤 다시 해 보기, 로그인 상태로 실제 AI 분석 1회. 목: 2번 결제(U03), GitHub Pages 를 main 으로 바꿔 체험 주소 확정, 발표 자료 마감(시연 캡처 넣기), 시연 리허설.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TECH_SPEC §2 의 구조. 모두 HTML/JS + Supabase(2번도 Streamlit 에서 옮김). 각 파트가 폴더로 나뉘어 있고, 합칠 때는 파일 몇 줄만 불러오면 이어진다는 점.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만든 데이터. 도구가 이 숨은 이야기를 찾아내는지, 함정 변수(추석 등)에 속지 않는지로 정답을 판단한다. 제품명만 실제 판매 제품을 참고했고 숫자는 모두 가상.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KPI 가 보여 주는 숫자 그대로(정답표와 같음). 핵심 메시지: 방문은 그대로인데 전환이 떨어졌고, 그 하락이 쿠팡에 몰렸다. 다음 장에서 실제 화면으로.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대본. 2) KPI 6칸이 앞 장 숫자와 같다는 것. 3) 쿠팡 막대가 가장 짧고 -66% 빨강, 경쟁가 제품 8개. 4) 계획 카드: "아직 AI 를 부르지 않았습니다 — 승인해야 부릅니다". 5) 답변 카드의 사실 / 원인 후보(확정 아님) 색 구분, 실행 기록. 6) 숫자 칸에 글자 → 파일명 · 행 번호. 네트워크가 끊기면: 실패 카드가 나오는 것 자체가 Step 3 시연(가짜 결과 없음). 예비로 화면 녹화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답변 카드 구조(summary · facts · hypotheses · actions · limitations)는 4번 프롬프트, 3번 모범 답, 5번 카드가 모두 같은 형식. 오답 기준(시나리오 §12): 추석 · 품절 · 유입 감소를 원인으로 단정하면 오답.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줄의 증거 파일: 4번 part4/TEAM_HANDOFF.md, 2번 docs/test_results/rls_test_2026-09-29.csv, 5번 PR #3 확인 항목. 합친 뒤 STEP_CHECKLIST Step 1~3 을 다시 해 본 결과로 이 표를 갱신한다.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저장소 전체에서 비밀키 검색 결과 없음(공개용 publishable 키만). 화면 가리기는 1차 방어이고 실제 보호는 RLS 라는 점(2번 PR #4). (약 40초)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당일까지 해결된 줄은 지우거나 "해결"로 바꾼다. 한계를 먼저 말하면 질의응답에서 방어가 쉽다. 실제 데이터로 이어 쓰는 계획이 있다면 여기서 한 줄. (약 1분)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질문: 왜 AI 에 계산을 안 맡겼나(같은 입력 같은 숫자, 정답표 190/190) · AI 가 틀리면(원인은 후보로만, 실패하면 가짜 결과 없음) · 실제 데이터로 쓸 수 있나(CSV 필수 7열만 맞추면 됨, PRD §7).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68580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모두의연구소 AI 에이전트 2기 팀프로젝트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14884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매출분석 툴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32918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CSV를 올리면 지표는 코드가 계산하고,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계산된 결과를 쉬운 말로 해석합니다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이지연 · 허규현 · 김보겸 · 김성순 · 이두규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34679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2026. 10. 2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매출이 줄었을 때, 어디서 왜 줄었는지 바로 알기 어렵다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· 제품이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· 네이버스토어 · 자사몰,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20종의 숫자가 한 파일에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있어 어느 쪽이 줄었는지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찾기 어렵다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봐야 한다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· 방문 · 구매전환율 ·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 를 따로 보면 원인이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보인다. 함께 이어 봐야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429000"/>
          </a:xfrm>
          <a:prstGeom prst="roundRect">
            <a:avLst>
              <a:gd name="adj" fmla="val 3317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502920" cy="502920"/>
          </a:xfrm>
          <a:prstGeom prst="ellipse">
            <a:avLst/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291840"/>
            <a:ext cx="26679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 계산을 맡기면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위험하다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160520"/>
            <a:ext cx="26679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AI 가 직접 계산하면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틀리거나 지어낼 수 있다.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입력에 같은 숫자가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나와야 한다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23444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164592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코드, 해석은 AI</a:t>
            </a:r>
            <a:endParaRPr lang="en-US" sz="5400" dirty="0"/>
          </a:p>
        </p:txBody>
      </p:sp>
      <p:sp>
        <p:nvSpPr>
          <p:cNvPr id="5" name="Shape 2"/>
          <p:cNvSpPr/>
          <p:nvPr/>
        </p:nvSpPr>
        <p:spPr>
          <a:xfrm>
            <a:off x="813816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코드가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공식으로 계산. 같은 입력이면 늘 같은 숫자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72330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7233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472330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결과만 받아서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4472330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계산된 결과를 해석할 뿐, 숫자를 다시 계산하지 않음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30845" y="3429000"/>
            <a:ext cx="502920" cy="50292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30845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130845" y="41605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사실과 추정을 나눠서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130845" y="4663440"/>
            <a:ext cx="32470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 / 원인 후보 / 실행 제안 / 한계를 따로 보여 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명이 한 흐름의 한 칸씩을 맡았다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54480"/>
                <a:gridCol w="4023360"/>
                <a:gridCol w="398312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이지연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 · 문서 · 저장소 관리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DevelopDoc · 병합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허규현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DB · 권한 · 결제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part2 · supabase · PR #4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김보겸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더미 데이터 · 정답 시나리오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 · docs · PR #1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김성순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계산 · AI 분석 서버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part4 · analyze-shop · PR #2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이두규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· 화면 디자인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part5 · PR #8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일정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5일: 정하고, 만들고, 합치고, 발표한다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69848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69848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월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69848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역할 정하기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틀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(DevelopDoc)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966862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22894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22894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222894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9/29 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222894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파트별 1차 완성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#1~#5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119908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75940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75940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375940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9/30 수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75940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저장소로 모음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합치기 시험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연결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오류 원인 추적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272955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28987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F5FD0"/>
          </a:solidFill>
          <a:ln w="12700">
            <a:solidFill>
              <a:srgbClr val="2F5FD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28987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일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528987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 목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28987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v2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기준 정리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병합 · 배포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자료 정리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426001" y="2240280"/>
            <a:ext cx="1951878" cy="292608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682033" y="251460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4581C"/>
          </a:solidFill>
          <a:ln w="12700">
            <a:solidFill>
              <a:srgbClr val="C4581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682033" y="25146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682033" y="3063240"/>
            <a:ext cx="1439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 금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682033" y="3611880"/>
            <a:ext cx="1439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10시 제출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발표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 안에서 다섯 파트가 차례로 이어진다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9669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9669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9669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Auth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가림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3767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2172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20460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 · 5번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0460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올리기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20460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파일을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개 한 번에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파일 안내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845588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29636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12516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12516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계산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12516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buildResult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· 채널별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경쟁가 진단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5349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3754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2042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5번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62042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762042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6칸 · 차트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· 계획 승인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261409" y="3195828"/>
            <a:ext cx="292608" cy="237744"/>
          </a:xfrm>
          <a:prstGeom prst="rightArrow">
            <a:avLst/>
          </a:prstGeom>
          <a:solidFill>
            <a:srgbClr val="C9D1E0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645457" y="2240280"/>
            <a:ext cx="1732422" cy="2148840"/>
          </a:xfrm>
          <a:prstGeom prst="roundRect">
            <a:avLst>
              <a:gd name="adj" fmla="val 633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828337" y="2468880"/>
            <a:ext cx="136666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4번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9828337" y="2807208"/>
            <a:ext cx="13666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해석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9828337" y="3319272"/>
            <a:ext cx="136666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analyze-shop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한도 확인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13816" y="4800600"/>
            <a:ext cx="10564063" cy="868680"/>
          </a:xfrm>
          <a:prstGeom prst="roundRect">
            <a:avLst>
              <a:gd name="adj" fmla="val 12632"/>
            </a:avLst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33856" y="4800600"/>
            <a:ext cx="992398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는 </a:t>
            </a:r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[승인]을 누른 뒤에만</a:t>
            </a:r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불리고, 계산이 끝난 결과만 받는다. 화면은 숫자를 다시 계산하지 않는다.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데이터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미리 숨겨 둔 가상 쇼핑몰 데이터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22402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27889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건강보조식품 20종을 파는 가상 쇼핑몰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 3개: 쿠팡 · 네이버스토어 · 자사몰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6~9월, 1주 단위, 총 1,200행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 변수: 추석 · 공휴일 · 품절 · 할인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117336" y="2240280"/>
            <a:ext cx="5260543" cy="2926080"/>
          </a:xfrm>
          <a:prstGeom prst="roundRect">
            <a:avLst>
              <a:gd name="adj" fmla="val 3750"/>
            </a:avLst>
          </a:prstGeom>
          <a:solidFill>
            <a:srgbClr val="FDF1E6"/>
          </a:solidFill>
          <a:ln w="12700">
            <a:solidFill>
              <a:srgbClr val="F2C8A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83096" y="2560320"/>
            <a:ext cx="4529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A44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숨겨 둔 이야기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83096" y="3108960"/>
            <a:ext cx="4529023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초 쿠팡에 경쟁 셀러가 등장해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인기 제품 8개를 9~13% 싸게 올렸다.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가격은 그대로 두고 쿠팡 광고비를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50% 늘렸지만, 쿠팡 구매전환율이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35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5.16% → 2.43%로 떨어졌다.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07  ·  출처: 3번 docs/part3_csv_input.md · part3_answer_scenario.md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찾아낸 숫자 · 9월, 전월 대비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하락은 쿠팡에 몰려 있었다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8136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88136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27,356,180원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88136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-31.45% 하락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523412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97732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하락액 중 쿠팡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797732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92.7%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797732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쿠팡 ROAS 2.97배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07328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07328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3.95배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-44.30% 하락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42603" y="2240280"/>
            <a:ext cx="2435276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216923" y="2514600"/>
            <a:ext cx="1886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구매전환율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216923" y="2971800"/>
            <a:ext cx="18866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2.99%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9216923" y="3886200"/>
            <a:ext cx="1886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-33.37% 하락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" y="493776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광고비는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+23.07%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늘었고 방문은 </a:t>
            </a:r>
            <a:pPr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+0.90%</a:t>
            </a:r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유지됐는데, 구매가 줄었다 — 유입이 아니라 전환이 문제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08  ·  3번 answer_key.json 과 전부 일치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· 약 4분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번 클릭으로 끝까지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453896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13816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38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53896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[예시 데이터로 시작] → KPI 6칸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13816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53896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채널별 ROAS · 쿠팡 경쟁가 진단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370168" y="224028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7016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22199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"광고비는 늘었는데 왜 매출이 안 늘었어?" → 분석 계획 카드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70168" y="310896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016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10248" y="309067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[승인하고 분석] → AI 답변 카드 · 실행 기록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370168" y="3977640"/>
            <a:ext cx="457200" cy="457200"/>
          </a:xfrm>
          <a:prstGeom prst="ellipse">
            <a:avLst/>
          </a:prstGeom>
          <a:solidFill>
            <a:srgbClr val="F2A65A"/>
          </a:solidFill>
          <a:ln w="12700">
            <a:solidFill>
              <a:srgbClr val="F2A65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701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10248" y="3959352"/>
            <a:ext cx="436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CSV 올리기 → 이유 안내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3816" y="5029200"/>
            <a:ext cx="10564063" cy="731520"/>
          </a:xfrm>
          <a:prstGeom prst="roundRect">
            <a:avLst>
              <a:gd name="adj" fmla="val 15000"/>
            </a:avLst>
          </a:prstGeom>
          <a:solidFill>
            <a:srgbClr val="1F2E52"/>
          </a:solidFill>
          <a:ln w="12700">
            <a:solidFill>
              <a:srgbClr val="1F2E5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33856" y="5029200"/>
            <a:ext cx="992398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주소: ctaleez51-art.github.io/sales-analysis/part5/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답변의 모양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답변: 사실과 원인 후보를 나눠 말한다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10</a:t>
            </a:r>
            <a:endParaRPr lang="en-US" sz="1100" dirty="0"/>
          </a:p>
        </p:txBody>
      </p:sp>
      <p:pic>
        <p:nvPicPr>
          <p:cNvPr id="19" name="Picture 18" descr="slide10_ai_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011680"/>
            <a:ext cx="6493621" cy="4206240"/>
          </a:xfrm>
          <a:prstGeom prst="rect">
            <a:avLst/>
          </a:prstGeom>
          <a:ln w="9525">
            <a:solidFill>
              <a:srgbClr val="E1E4EA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7627477" y="21031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실제 호출 · 12.2초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9/30 16:58 · 로그인 계정 1회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4번 AI 서버 응답 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7477" y="34747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숫자 = 계산 결과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31.5% · 32.8% · 33.4% · 8개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모두 정답표 값 그대로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7477" y="4846320"/>
            <a:ext cx="3750402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6B45"/>
                </a:solidFill>
                <a:latin typeface="Malgun Gothic"/>
                <a:ea typeface="Malgun Gothic"/>
              </a:rPr>
              <a:t>원인은 '후보'로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"인과관계는 확정할 수</a:t>
            </a:r>
          </a:p>
          <a:p>
            <a:pPr>
              <a:spcBef>
                <a:spcPts val="0"/>
              </a:spcBef>
            </a:pPr>
            <a:r>
              <a:rPr sz="1400">
                <a:solidFill>
                  <a:srgbClr val="2D3B33"/>
                </a:solidFill>
                <a:latin typeface="Malgun Gothic"/>
                <a:ea typeface="Malgun Gothic"/>
              </a:rPr>
              <a:t>없습니다"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7477" y="5897880"/>
            <a:ext cx="3750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4A5568"/>
                </a:solidFill>
                <a:latin typeface="Malgun Gothic"/>
                <a:ea typeface="Malgun Gothic"/>
              </a:rPr>
              <a:t>실제 응답 화면 · part5/REHEARSAL.md 9/30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"됐다"가 아니라 확인한 기록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1828800"/>
                <a:gridCol w="160568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계산 정확도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1,200행을 정답표와 대조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190 / 190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권한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· B 계정 권한 테스트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/ 10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CSV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 열 누락 · 숫자 칸 글자 · 빈 파일 · 이미지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4종 안내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호출 통제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전 · 취소 후 AI 호출 횟수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5개를 함께 합쳐 보기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충돌 없음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확인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11  ·  출처: DevelopDoc/TECH_SPEC.md §8 · STEP_CHECKLIST.md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서버에, 데이터는 본인 것만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813816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33856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33856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133856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키는 서버에만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33856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키 · 결제 비밀키는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Secret 에만.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브라우저에는 공개용 키만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41850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61890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6189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761890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데이터만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761890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의 행 단위 권한(RLS)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사람은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행만 읽고 쓴다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69885" y="2286000"/>
            <a:ext cx="3307994" cy="3063240"/>
          </a:xfrm>
          <a:prstGeom prst="roundRect">
            <a:avLst>
              <a:gd name="adj" fmla="val 3582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89925" y="2606040"/>
            <a:ext cx="640080" cy="640080"/>
          </a:xfrm>
          <a:prstGeom prst="ellipse">
            <a:avLst/>
          </a:prstGeom>
          <a:solidFill>
            <a:srgbClr val="EEF1F6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89925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F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&lt;/&gt;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389925" y="3474720"/>
            <a:ext cx="266791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글은 글자로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89925" y="4069080"/>
            <a:ext cx="26679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답변에 태그가 섞여도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실행되지 않고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글자로만 보인다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12  ·  출처: PRD §8 · TECH_SPEC §7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566928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45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알려진 한계와 다음 단계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932688"/>
            <a:ext cx="1056406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안 된 것도 숨기지 않는다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148840"/>
          <a:ext cx="10564063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44616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한계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6B4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✓ 완료 (9/30) — 로그인 상태로 AI 분석 끝까지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 · 12.2초 (400 원인: 키 크레딧 0 → 키 교체)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답변이 정해진 형식 없이 글로 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사실 · 원인 후보 · 제안 · 한계 형식으로 받기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결제는 아직 붙이지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테스트 결제 왕복 (U03)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결과 저장 · 다른 계정 거부 확인 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연결 뒤 B→A 거부 테스트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개발용으로 이메일 인증을 꺼 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실서비스 전환 때 인증 + 메일 서버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64008" marB="64008" anchor="ctr">
                    <a:lnL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13816" y="632764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M1팀 · 매출분석 툴 · 13  ·  출처: PRD §13 · TECH_SPEC §9 · WORK_UNITS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3816" y="1828800"/>
            <a:ext cx="1056406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7F6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2926080"/>
            <a:ext cx="105640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0233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A6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github.com/ctaleez51-art/sales-analysis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4480560"/>
            <a:ext cx="1056406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1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 ctaleez51-art.github.io/sales-analysis/part5/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매출분석 툴 — M1팀 발표</dc:title>
  <dc:subject>PptxGenJS Presentation</dc:subject>
  <dc:creator>M1팀</dc:creator>
  <cp:lastModifiedBy>M1팀</cp:lastModifiedBy>
  <cp:revision>1</cp:revision>
  <dcterms:created xsi:type="dcterms:W3CDTF">2026-09-29T08:34:16Z</dcterms:created>
  <dcterms:modified xsi:type="dcterms:W3CDTF">2026-09-29T08:34:16Z</dcterms:modified>
</cp:coreProperties>
</file>