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합친 뒤 재점검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AI 분석 확인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붙이기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주소 확정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마감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리허설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  ·  수 · 목은 계획 — 끝나면 '한 일'로 바꾸기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[GitHub Pages 주소 — 병합 · 설정 뒤 채우기] 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색으로 나눠 보여 준다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F4EE"/>
          </a:solidFill>
          <a:ln w="12700">
            <a:solidFill>
              <a:srgbClr val="BFE0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6B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매출 하락액의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93%가 쿠팡에서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DF1E6"/>
          </a:solidFill>
          <a:ln w="12700">
            <a:solidFill>
              <a:srgbClr val="E3A36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97732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(확정 아님)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797732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셀러의 더 낮은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가격으로 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갔을 가능성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AEFFB"/>
          </a:solidFill>
          <a:ln w="12700">
            <a:solidFill>
              <a:srgbClr val="C3D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제안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1순위: 경쟁가 8개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제품의 실구매가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33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맞추기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EFF0F2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16923" y="25146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한계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16923" y="3291840"/>
            <a:ext cx="18866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시점이 겹칠 뿐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인과관계는 확정할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없음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489204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문장은 3번 정답 시나리오 §10 의 모범 답에서 가져왔다. [시연 때 받은 실제 AI 답변 캡처로 바꾸기]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로그인 상태로 AI 분석을 끝까지 해 보기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→ 로그인 연결 → 시연 전에 1회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[GitHub Pages 주소]/part5/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